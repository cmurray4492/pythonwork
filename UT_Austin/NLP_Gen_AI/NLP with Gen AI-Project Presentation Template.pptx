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1C989C-455D-4FC4-9B48-7A1F7DFB9317}">
  <a:tblStyle styleId="{AD1C989C-455D-4FC4-9B48-7A1F7DFB93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1ce4f0ee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41ce4f0ee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1ce4f0ee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41ce4f0ee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1ce4f0ee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41ce4f0ee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1ce4f0ee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41ce4f0ee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{AD1C989C-455D-4FC4-9B48-7A1F7DFB9317}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51" l="42816" r="37296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51" l="42816" r="37296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</a:t>
            </a: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{AD1C989C-455D-4FC4-9B48-7A1F7DFB9317}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91799" y="13279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Question Answering using LLM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403421" y="18520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91799" y="1748513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Question Answering using LLM with Prompt Engineering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91799" y="22196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 Preparation for RAG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403421" y="2785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91799" y="26768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Question Answering using RAG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403421" y="3242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91799" y="31340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Output Evaluation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327221" y="1185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38"/>
          <p:cNvSpPr txBox="1"/>
          <p:nvPr/>
        </p:nvSpPr>
        <p:spPr>
          <a:xfrm>
            <a:off x="615600" y="1076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actionable insights and recommendations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6" name="Google Shape;196;p39"/>
          <p:cNvSpPr/>
          <p:nvPr/>
        </p:nvSpPr>
        <p:spPr>
          <a:xfrm>
            <a:off x="251021" y="1185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39"/>
          <p:cNvSpPr txBox="1"/>
          <p:nvPr/>
        </p:nvSpPr>
        <p:spPr>
          <a:xfrm>
            <a:off x="539400" y="1076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251021" y="1642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39"/>
          <p:cNvSpPr txBox="1"/>
          <p:nvPr/>
        </p:nvSpPr>
        <p:spPr>
          <a:xfrm>
            <a:off x="539400" y="1533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6" name="Google Shape;206;p40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the answers received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 txBox="1"/>
          <p:nvPr/>
        </p:nvSpPr>
        <p:spPr>
          <a:xfrm>
            <a:off x="325250" y="29420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 with Prompt Engineering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4" name="Google Shape;214;p41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41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best parameters for all the questions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41"/>
          <p:cNvSpPr/>
          <p:nvPr/>
        </p:nvSpPr>
        <p:spPr>
          <a:xfrm>
            <a:off x="403421" y="2404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41"/>
          <p:cNvSpPr txBox="1"/>
          <p:nvPr/>
        </p:nvSpPr>
        <p:spPr>
          <a:xfrm>
            <a:off x="691800" y="2295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the answers received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41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system prompt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Preparation for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615600" y="1305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parameters used to create the RAG (chunk_overlap,k,etc)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3" name="Google Shape;233;p43"/>
          <p:cNvSpPr txBox="1"/>
          <p:nvPr/>
        </p:nvSpPr>
        <p:spPr>
          <a:xfrm>
            <a:off x="325250" y="2865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43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6918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best parameters for all the questions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43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691800" y="2219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the answers received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3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9" name="Google Shape;239;p43"/>
          <p:cNvSpPr txBox="1"/>
          <p:nvPr/>
        </p:nvSpPr>
        <p:spPr>
          <a:xfrm>
            <a:off x="6918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system and user prompt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Output Evaluation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5" name="Google Shape;245;p44"/>
          <p:cNvSpPr txBox="1"/>
          <p:nvPr/>
        </p:nvSpPr>
        <p:spPr>
          <a:xfrm>
            <a:off x="325250" y="33992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44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evaluation prompt for groundedness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44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6918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evaluation prompt for relevance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44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p44"/>
          <p:cNvSpPr txBox="1"/>
          <p:nvPr/>
        </p:nvSpPr>
        <p:spPr>
          <a:xfrm>
            <a:off x="691800" y="21434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along with the scores for all the questions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45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data background and contents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Slide header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4" name="Google Shape;264;p4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add any other pointers if needed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3" name="Google Shape;273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